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63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0E34-A0F8-DA3A-A317-BB1E8EB97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3455BC-1C24-B9B5-722E-D421EF5D3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AA584-1D54-792A-4379-012E14CB8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924B8-CD28-DA01-9744-71A6042D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25F2-8863-EFE4-9FBF-43FD384D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3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202A-1B33-2CD9-786D-BB60C977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D7163-2C04-53F9-7469-0F00D9F68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BC17-4B81-1A78-D750-F3D290273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09F5-13DC-28B9-FECC-1001FBA1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B20EF-2929-F609-66FB-87B8B9FD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4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F5D2-4C06-BC74-5908-D82805ED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06482-F2DB-678F-3AA7-88EAE6B95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9D1E0-653A-209D-E0C4-FCD54346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6CE98-1491-D9AF-103F-14A70AB3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2F481-0E07-3368-5D06-C883CF0E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406B-90AD-EB84-C667-7CF4E161E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4C68E-015D-EA3F-567A-DEE7489AD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561A5-EB74-0169-709B-7607FC94E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A9082-17F7-65E2-F6B9-C3CEF48ED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57C8D-1425-5ECF-CD05-A627E7F3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18BC6-1B0A-9794-A355-58EFAD92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7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232F-2AF8-2C31-E339-BB5BF2EF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F04AD-31CD-5950-1A08-CA85A4080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64261-1E8B-06B8-E6AA-C68CEAB87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B7FB4-E849-78C9-7C52-8F5241E98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BD64A-9BD3-F38A-82F0-6CED2A622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8C32E-AE59-6A25-9339-3ED07A4A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66339-AB6B-655F-E818-D9A272D6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9A274-BCFD-D328-B29D-0E5625EB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0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05C6-BE06-BD29-9182-0328AF40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79BE1-61A3-A043-6F14-0C169EB44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D8396-3137-9E2D-B6D1-9FD4CE14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E7321-F945-8042-6A55-B66CBBEC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5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13552-3911-EEDF-C580-A47DF314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AF998-A9E0-94D8-32E6-F1BFBC2AD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E710F-F29B-1756-1174-275794DE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2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BFA5-4F4E-44C1-9657-05B051A1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98A8F-849D-5F78-3EF1-26D7E282D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B65B0-1271-FAAB-62BE-27089E71C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847B4-5D68-1331-605E-43AE76839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7586D-853B-9E4A-A1A3-AE4C26B5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5830D-07E1-D41B-75B6-13943949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8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50B5-D7C5-05F6-135A-C4C4BC34D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2BA0D-4F9D-3653-4569-0B87FE73C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DD71D-C10A-6857-B366-00128FD66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0A6B1-61E2-3CF3-B788-0EE69FE26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82916-463D-5A3E-62FF-C8140BC3A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C7E89-C3A3-8124-DA3D-B5A95E0A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27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AD84-7567-A5D0-C031-0482B1EB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1F4A3-DC31-4A28-52F3-65B5B32EE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8EC35-C1FA-FBE0-E545-B094468E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AC694-DBB5-CDE7-1731-AAB57D9D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68240-2081-6C41-0ADE-E204BA5C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3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FE4A4-FAEF-ED27-DBC5-CF8BBE057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C9853-CA3E-CAC6-9851-7DCFF1F39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CA7D6-D8B9-3E11-2D1B-5295FC2F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CE96-EDC1-8105-D045-8BCCE13CF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9BC5C-0813-A69C-F291-5B28BDB0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4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6872A-FD90-CA0F-E845-58E5A848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9F949-14EC-E5E9-11A8-71E99F5A4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0C4C0-B73D-A546-4D57-27665EE8F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49C44-78FA-4E34-94B9-2A42FE755C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38E37-BC1A-D5F9-3BED-7B9759790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C06E8-15BB-9F12-8DC6-5F406A86C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B3B74-CE6F-47B2-B47E-36E613059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07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mazenashraf6363@gmail.com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azen787.github.io/" TargetMode="External"/><Relationship Id="rId4" Type="http://schemas.openxmlformats.org/officeDocument/2006/relationships/hyperlink" Target="http://www.linkedin.com/in/mazen--ashra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274659-06A6-248F-BC57-989DE0060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7254" cy="68580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2D5BF9-B191-65CF-F100-5DA8E87DA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652" y="1482291"/>
            <a:ext cx="6618456" cy="3898231"/>
          </a:xfrm>
          <a:prstGeom prst="rect">
            <a:avLst/>
          </a:prstGeom>
        </p:spPr>
      </p:pic>
      <p:sp>
        <p:nvSpPr>
          <p:cNvPr id="10" name="Oval 9">
            <a:hlinkClick r:id="rId4" action="ppaction://hlinksldjump"/>
            <a:extLst>
              <a:ext uri="{FF2B5EF4-FFF2-40B4-BE49-F238E27FC236}">
                <a16:creationId xmlns:a16="http://schemas.microsoft.com/office/drawing/2014/main" id="{EC342529-878D-7D05-25A7-04034524D39F}"/>
              </a:ext>
            </a:extLst>
          </p:cNvPr>
          <p:cNvSpPr/>
          <p:nvPr/>
        </p:nvSpPr>
        <p:spPr>
          <a:xfrm>
            <a:off x="288760" y="4908884"/>
            <a:ext cx="2531442" cy="72189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8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BDB521-8644-631C-7528-326988632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5118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76A395-3EF7-0103-5D12-184944818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965" y="2800952"/>
            <a:ext cx="3850105" cy="835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679C01-DA19-B503-A66E-E3F04AA41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969" y="3764975"/>
            <a:ext cx="3705726" cy="7520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E1AD9-CCA9-52D0-1CFC-C79041134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8969" y="1998137"/>
            <a:ext cx="3705726" cy="6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FE1D7E-ED5B-8EDF-D12D-9CD64716B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16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1C2929-5C77-B1AA-EBEE-F49BD15B4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246" y="2894692"/>
            <a:ext cx="6296445" cy="244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2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E5A12-3200-4949-6E98-D1564081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6680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CB6D06-BC3C-08DC-A060-6781C59D6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616" y="2115944"/>
            <a:ext cx="6637448" cy="2456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650405-65B3-EE58-BD47-8B5A8977F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093" y="5245768"/>
            <a:ext cx="3048157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509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1C6D3B-5339-5000-04EA-34E2A1044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" y="0"/>
            <a:ext cx="1214358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51CB1-A050-FF33-2791-E5C8EF7E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631" y="1889953"/>
            <a:ext cx="6805061" cy="2662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DF94C3-24BF-9251-7C16-A9B331FCB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019" y="5178393"/>
            <a:ext cx="5237892" cy="167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5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B69074-4AE0-90CB-D017-FAE81C52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" y="0"/>
            <a:ext cx="12138470" cy="6858000"/>
          </a:xfrm>
          <a:prstGeom prst="rect">
            <a:avLst/>
          </a:prstGeom>
        </p:spPr>
      </p:pic>
      <p:pic>
        <p:nvPicPr>
          <p:cNvPr id="5" name="Picture 4" descr="A table of data with numbers and letters&#10;&#10;AI-generated content may be incorrect.">
            <a:extLst>
              <a:ext uri="{FF2B5EF4-FFF2-40B4-BE49-F238E27FC236}">
                <a16:creationId xmlns:a16="http://schemas.microsoft.com/office/drawing/2014/main" id="{BA415B50-8DC8-4142-B7C3-1351B29CC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002" y="3256493"/>
            <a:ext cx="5262716" cy="312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20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3E6CCF-64ED-654A-2A38-5B8E40888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773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B9AA71-72AF-421B-4840-A78D8B2F6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273" y="3448865"/>
            <a:ext cx="4873282" cy="285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83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3666CB-CD95-2039-FD66-1848F26A3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00422" cy="685800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53FD7E-951D-18EB-0F24-57C65CFD8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875" y="3985159"/>
            <a:ext cx="5406189" cy="154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58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610000-29FD-F426-D531-D8D2110E8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16169" cy="678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27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A2F79A-701B-9F32-4523-F68AEB143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3447" cy="6858000"/>
          </a:xfrm>
          <a:prstGeom prst="rect">
            <a:avLst/>
          </a:prstGeom>
        </p:spPr>
      </p:pic>
      <p:sp>
        <p:nvSpPr>
          <p:cNvPr id="4" name="Oval 3">
            <a:hlinkClick r:id="rId3"/>
            <a:extLst>
              <a:ext uri="{FF2B5EF4-FFF2-40B4-BE49-F238E27FC236}">
                <a16:creationId xmlns:a16="http://schemas.microsoft.com/office/drawing/2014/main" id="{29577A41-6B92-0DE0-EBD6-6F41E91BA4DD}"/>
              </a:ext>
            </a:extLst>
          </p:cNvPr>
          <p:cNvSpPr/>
          <p:nvPr/>
        </p:nvSpPr>
        <p:spPr>
          <a:xfrm>
            <a:off x="4206242" y="4495000"/>
            <a:ext cx="991402" cy="39463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hlinkClick r:id="rId4"/>
            <a:extLst>
              <a:ext uri="{FF2B5EF4-FFF2-40B4-BE49-F238E27FC236}">
                <a16:creationId xmlns:a16="http://schemas.microsoft.com/office/drawing/2014/main" id="{7874E7C0-0558-91AC-B3F3-36797D709467}"/>
              </a:ext>
            </a:extLst>
          </p:cNvPr>
          <p:cNvSpPr/>
          <p:nvPr/>
        </p:nvSpPr>
        <p:spPr>
          <a:xfrm>
            <a:off x="5504048" y="4514252"/>
            <a:ext cx="1233636" cy="39463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hlinkClick r:id="rId5"/>
            <a:extLst>
              <a:ext uri="{FF2B5EF4-FFF2-40B4-BE49-F238E27FC236}">
                <a16:creationId xmlns:a16="http://schemas.microsoft.com/office/drawing/2014/main" id="{82B8CF3B-ED3E-FC51-35F0-96164726634A}"/>
              </a:ext>
            </a:extLst>
          </p:cNvPr>
          <p:cNvSpPr/>
          <p:nvPr/>
        </p:nvSpPr>
        <p:spPr>
          <a:xfrm>
            <a:off x="6974175" y="4494999"/>
            <a:ext cx="1139919" cy="41388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22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Ashraf Abdel Hamid</dc:creator>
  <cp:lastModifiedBy>Mazen Ashraf Abdel Hamid</cp:lastModifiedBy>
  <cp:revision>4</cp:revision>
  <dcterms:created xsi:type="dcterms:W3CDTF">2026-02-17T15:53:56Z</dcterms:created>
  <dcterms:modified xsi:type="dcterms:W3CDTF">2026-02-17T18:56:27Z</dcterms:modified>
</cp:coreProperties>
</file>